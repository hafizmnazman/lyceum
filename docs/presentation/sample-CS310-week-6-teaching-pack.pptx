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pack for the session. Edit freely; it is yours.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what students will be able to do by the end, in their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are over the lecturer's reviewed postings, with an interval. The quotations are exact.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what students do, not only what you present.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what you will look for in an answer or demonstration.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and readings as saved in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CS310 week 6: Dashboard lab: from a messy dataset to a decision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25603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B9C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minutes. Data Visualisation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B9C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Dr Sobri on 2026-10-22T10:00:00Z.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9C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teaching pack generated from the saved session and the course evidence.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46177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CD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outcomes for this session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CLO5: Data visualisation with dashboards that answer a stakeholder's question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2 / 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what employers ask for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429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dashboards: 5 of 9 reviewed postings (26.7% to 81.1%). Coverage today: Introduced; target: Practised.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"You'll build metrics, scalable data pipelines, dashboards, and reports to inform and run the business." (Stripe)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3 / 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activity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383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pairs, build a dashboard from the sample dataset and defend one design choice.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4 / 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understanding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383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question: which chart here would mislead a stakeholder, and why?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5 / 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and references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8229600" cy="3383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0F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resources recorded.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E62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Lyceum from saved data; editable; no AI-written text.  6 / 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CS310 week 6 teaching pack</dc:title>
  <dc:subject>PptxGenJS Presentation</dc:subject>
  <dc:creator>Dr Sobri</dc:creator>
  <cp:lastModifiedBy>Dr Sobri</cp:lastModifiedBy>
  <cp:revision>1</cp:revision>
  <dcterms:created xsi:type="dcterms:W3CDTF">2026-10-22T03:04:36Z</dcterms:created>
  <dcterms:modified xsi:type="dcterms:W3CDTF">2026-10-22T03:04:36Z</dcterms:modified>
</cp:coreProperties>
</file>