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1C7C5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A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stakeholders</c:v>
                  </c:pt>
                  <c:pt idx="1">
                    <c:v>dashboards</c:v>
                  </c:pt>
                  <c:pt idx="2">
                    <c:v>SQL</c:v>
                  </c:pt>
                  <c:pt idx="3">
                    <c:v>statistics</c:v>
                  </c:pt>
                  <c:pt idx="4">
                    <c:v>Python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F2A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A2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decision you are asking for, then the evidence base. Every quotation in the receipts was confirmed against its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recommendation in one sentence, then what it costs in hours and what you want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denominator is the lecturer's reviewed sample, not the labour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over reviewed postings with a Wilson interval. Never a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series, one colour, the count written on each bar. Bar length is the count over the reviewed denominator, not a market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Coverage stages are the lecturer's reviewed judgement with cited course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 course unchanged is a valid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CS310 Data Visualisation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brief for the programme meeting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2026-07-01T10:00:00Z.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Lecturer-controlled preparation. This brief does not attest institutional approval.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dashboard exercise in week 6 within existing hours; keep the statistics foundation.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reviewed job postings in the denominator, from 1 employers.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dates as supplied: 2023-11-01 to 2026-10-01.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collected on request (Saved sample: real postings from the stripe Greenhouse board, retrieved 2026-10-09 and truncated for the demo), 0 lecturer-supplied, 0 contextual documents.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0 unreviewed postings and 1 duplicate copies.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unavailable: no comparable earlier evidence window has been recorded.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employers ask for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22960"/>
                <a:gridCol w="1371600"/>
                <a:gridCol w="1188720"/>
                <a:gridCol w="9144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today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35.4% to 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26.7% to 81.1%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 to 73.3%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 to 73.3%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 to 64.6%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counts as a picture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82296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quoting each skill, out of 9 reviewed postings. The axis ends at the denominator; the intervals are in the table.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against targets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coverage index: 0% over 1 skills with a reviewed stage and target; 77.3% of the quoted demand weight has an unknown stage or target.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2423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Introduced, target Practised. Outcomes: CLO5. Evidence: Week 6 lab touches this; no dedicated exercise yet..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considered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course unchanged this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 (recommended)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formal revision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convenience sample chosen by the lecturer; shares and intervals describe the recorded set, not the labour market.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stages are reviewed judgement, not mastery.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impact is estimated. Nothing in this brief changes the course by itself.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2023-11-01.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https://stripe.com/jobs/search?gh_jid=5416444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Ability to design, implement, and maintain data pipelines and dashboards to generate actionable insights based on stakeholder requirements"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Global Growth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2026-09-25.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https://stripe.com/jobs/search?gh_jid=8230296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building scalable dashboards to crafting compelling data narratives, your insights will directly shape how we run and grow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looking for a data analyst with a passion for analyzing data, statistical models, and running experiments to drive impact."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Intern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2026-10-01.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https://stripe.com/jobs/search?gh_jid=8194291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NYC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2026-09-10.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https://stripe.com/jobs/search?gh_jid=8189909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SQL, including complex query optimization and data modeling"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Scala or Python for data pipeline development, not just scripting and SQL"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Develop dashboards, automated reporting, and thoughtful analyses to surface actionable insights and proactively identify business opportunities"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Payments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2026-07-13.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https://stripe.com/jobs/search?gh_jid=8044924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"• Create fee explainability to internal and external stakeholders and host education sessions for internal teams to scale knowledge"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Science Manager, Finance and Strategy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2026-04-22.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https://stripe.com/jobs/search?gh_jid=7440963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team owns everything from hierarchical time series and agentic forecasting tools that predict payment volumes and revenue margins, to the governed metrics platform that feeds company-wide dashboards and executive reporting."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partner closely with Finance and Strategy, GTM, and Product stakeholders to directly inform financial decisions across Stripe's entire business." (stakeholders,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A PhD, MS, or BS in a quantitative field (e.g., Statistics, Operations Research, Economics, Computer Science, Engineering)"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Science Manager, Risk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2026-05-14.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https://stripe.com/jobs/search?gh_jid=7923653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"• Own roadmap prioritization, execution quality, and stakeholder alignment for both workstreams."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Scientist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2026-09-22.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https://stripe.com/jobs/search?gh_jid=8222149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SQL;"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Programming languages including Python or R;"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"Master’s degree or foreign equivalent in Statistics, Data Analytics, Engineering or a related field, plus 5 years of related work experience in data science or quantitative modeling."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Scientist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2024-04-30.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https://stripe.com/jobs/search?gh_jid=5895430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 and a computing language such as Python or R"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 and a computing language such as Python or R"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looking for data scientists with a passion for analyzing data, building machine learning and statistical models, and running experiments to drive impact."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evidence brief</dc:title>
  <dc:subject>PptxGenJS Presentation</dc:subject>
  <dc:creator>Dr Sobri</dc:creator>
  <cp:lastModifiedBy>Dr Sobri</cp:lastModifiedBy>
  <cp:revision>1</cp:revision>
  <dcterms:created xsi:type="dcterms:W3CDTF">2026-10-22T02:10:03Z</dcterms:created>
  <dcterms:modified xsi:type="dcterms:W3CDTF">2026-10-22T02:10:03Z</dcterms:modified>
</cp:coreProperties>
</file>