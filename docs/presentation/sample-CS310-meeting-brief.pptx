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decision you are asking for, then the evidence base. Every quotation in the receipts was confirmed against its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recommendation in one sentence, then what it costs in hours and what you want decided.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denominator is the lecturer's reviewed sample, not the labour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over reviewed postings with a Wilson interval. Never a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Coverage stages are the lecturer's reviewed judgement with cited course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Keeping the course unchanged is a valid option.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quotation above exists verbatim in the retained posting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BFB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CS310 Data Visualisation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brief for the programme meeting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Dr Sobri on 2026-07-01T10:00:00Z.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Lecturer-controlled preparation. This brief does not attest institutional approval.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D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requested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refresh within existing hours.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dashboard exercise in week 6 within existing hours; keep the statistics foundation.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base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reviewed job postings in the denominator, from 1 employers.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dates as supplied: 2023-11-01 to 2026-10-01.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collected on request (Saved sample: real postings from the stripe Greenhouse board, retrieved 2026-10-09 and truncated for the demo), 0 lecturer-supplied, 0 contextual documents.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0 unreviewed postings and 1 duplicate copies.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unavailable: no comparable earlier evidence window has been recorded.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employers ask for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822960"/>
                <a:gridCol w="1371600"/>
                <a:gridCol w="1188720"/>
                <a:gridCol w="9144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interval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today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37.6% to 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37.6% to 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11.8% to 76.9%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3.6% to 62.4%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3.6% to 62.4%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assessed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Coverage against targets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coverage index: 0% over 1 skills with a reviewed stage and target; 66.7% of the quoted demand weight has an unknown stage or target.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2423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dashboards: Introduced, target Practised. Outcomes: CLO5. Evidence: Week 6 lab covers charts; no dashboard exercise yet..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Options considered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course unchanged this term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refresh within existing hours (recommended)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 formal revision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convenience sample chosen by the lecturer; shares and intervals describe the recorded set, not the labour market.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stages are reviewed judgement, not mastery.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learning impact is estimated. Nothing in this brief changes the course by itself.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Receipt: Data Analyst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2023-11-01.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https://stripe.com/jobs/search?gh_jid=5416444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"You'll build metrics, scalable data pipelines, dashboards, and reports to inform and run the business."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Ability to design, implement, and maintain data pipelines and dashboards to generate actionable insights based on stakeholder requirements"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Receipt: Data Analyst, Global Growth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2026-09-25.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https://stripe.com/jobs/search?gh_jid=8230296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"From building scalable dashboards to crafting compelling data narratives, your insights will directly shape how we run and grow the business."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Build and maintain the metric definitions, metadata, and business context that enable AI agents to help stakeholders explore trusted data and answer business questions independently" (stakeholders,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looking for a data analyst with a passion for analyzing data, statistical models, and running experiments to drive impact." (statistics,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Receipt: Data Analyst, Intern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2026-10-01.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https://stripe.com/jobs/search?gh_jid=8194291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"You'll build metrics, scalable data pipelines, dashboards, and reports to inform and run the business." (dashboards,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Receipt: Data Analyst, NYC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2026-09-10.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https://stripe.com/jobs/search?gh_jid=8189909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SQL, including complex query optimization and data modeling" (SQL,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Proficiency in Scala or Python for data pipeline development, not just scripting and SQL" (Python,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Develop dashboards, automated reporting, and thoughtful analyses to surface actionable insights and proactively identify business opportunities" (dashboards, unclear)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"- Build and maintain the metric definitions, metadata, and business context that enable AI agents to help stakeholders explore trusted data and answer business questions independently"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Receipt: Data Analyst, Payments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Stripe. Published 2026-07-13. Recorded 2026-07-01T10:00:00Z from Saved sample: real postings from the stripe Greenhouse board, retrieved 2026-10-09 and truncated for the demo.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https://stripe.com/jobs/search?gh_jid=8044924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"• Create fee explainability to internal and external stakeholders and host education sessions for internal teams to scale knowledge" (stakeholders, unclear)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CS310 evidence brief</dc:title>
  <dc:subject>PptxGenJS Presentation</dc:subject>
  <dc:creator>Dr Sobri</dc:creator>
  <cp:lastModifiedBy>Dr Sobri</cp:lastModifiedBy>
  <cp:revision>1</cp:revision>
  <dcterms:created xsi:type="dcterms:W3CDTF">2026-10-08T23:57:19Z</dcterms:created>
  <dcterms:modified xsi:type="dcterms:W3CDTF">2026-10-08T23:57:19Z</dcterms:modified>
</cp:coreProperties>
</file>