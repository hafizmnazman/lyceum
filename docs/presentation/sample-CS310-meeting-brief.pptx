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Postings</c:v>
                </c:pt>
              </c:strCache>
            </c:strRef>
          </c:tx>
          <c:spPr>
            <a:solidFill>
              <a:srgbClr val="1C7C54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F2A2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stakeholders</c:v>
                  </c:pt>
                  <c:pt idx="1">
                    <c:v>dashboards</c:v>
                  </c:pt>
                  <c:pt idx="2">
                    <c:v>SQL</c:v>
                  </c:pt>
                  <c:pt idx="3">
                    <c:v>statistics</c:v>
                  </c:pt>
                  <c:pt idx="4">
                    <c:v>Python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</c:v>
                </c:pt>
                <c:pt idx="1">
                  <c:v>5</c:v>
                </c:pt>
                <c:pt idx="2">
                  <c:v>4</c:v>
                </c:pt>
                <c:pt idx="3">
                  <c:v>4</c:v>
                </c:pt>
                <c:pt idx="4">
                  <c:v>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100" u="none">
                  <a:solidFill>
                    <a:srgbClr val="0F2A2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F2A2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decision you are asking for, then the evidence base. Every quotation in the receipts was confirmed against its source.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recommendation in one sentence, then what it costs in hours and what you want decided.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denominator is the lecturer's reviewed sample, not the labour market.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Counts over reviewed postings with a Wilson interval. Never a score.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series, one colour, the count written on each bar. Bar length is the count over the reviewed denominator, not a market share.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Coverage stages are the lecturer's reviewed judgement with cited course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Keeping the course unchanged is a valid option.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quotation above exists verbatim in the retained posting 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quotation above exists verbatim in the retained posting 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quotation above exists verbatim in the retained posting 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quotation above exists verbatim in the retained posting 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quotation above exists verbatim in the retained posting 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quotation above exists verbatim in the retained posting 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quotation above exists verbatim in the retained posting 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quotation above exists verbatim in the retained posting 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quotation above exists verbatim in the retained posting 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80160"/>
            <a:ext cx="8046720" cy="1188720"/>
          </a:xfrm>
          <a:prstGeom prst="rect">
            <a:avLst/>
          </a:prstGeom>
          <a:noFill/>
          <a:ln/>
        </p:spPr>
        <p:txBody>
          <a:bodyPr wrap="square" rtlCol="0" anchor="b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CS310 Data Visualisation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2560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B9C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brief for the programme meeting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329184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B9C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Dr Sobri on 2026-07-01T10:00:00Z.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9C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Lecturer-controlled preparation. This brief does not attest institutional approval.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46177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C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Lyceum from saved data; editable; no AI-written text.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requested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33832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F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refresh within existing hours.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F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dashboard exercise in week 6 within existing hours; keep the statistics foundation.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Lyceum from saved data; editable; no AI-written text.  2 / 17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base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3429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reviewed job postings in the denominator, from 1 employers.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 dates as supplied: 2023-11-01 to 2026-10-01.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collected on request (Saved sample: real postings from the stripe Greenhouse board, retrieved 2026-10-09 and truncated for the demo), 0 lecturer-supplied, 0 contextual documents.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Excluded: 0 unreviewed postings and 1 duplicate copies.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unavailable: no comparable earlier evidence window has been recorded.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Lyceum from saved data; editable; no AI-written text.  3 / 17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employers ask for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005840"/>
                <a:gridCol w="822960"/>
                <a:gridCol w="1371600"/>
                <a:gridCol w="1188720"/>
                <a:gridCol w="914400"/>
                <a:gridCol w="1280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2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2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Postings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2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2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95% interval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2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Coverage today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2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2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stakeholders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of 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35.4% to 87.9%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Unknown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Unknown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assessed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of 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26.7% to 81.1%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Introduced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Practised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Below target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of 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18.9% to 73.3%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Unknown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Unknown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assessed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statistics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of 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18.9% to 73.3%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Unknown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Unknown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assessed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of 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12.1% to 64.6%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Unknown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Unknown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assessed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Lyceum from saved data; editable; no AI-written text.  4 / 17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counts as a picture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43000"/>
          <a:ext cx="8229600" cy="2971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2062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E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Postings quoting each skill, out of 9 reviewed postings. The axis ends at the denominator; the intervals are in the table.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Lyceum from saved data; editable; no AI-written text.  5 / 17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against targets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F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coverage index: 0% over 1 skills with a reviewed stage and target; 77.3% of the quoted demand weight has an unknown stage or target.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2423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dashboards: Introduced, target Practised. Outcomes: CLO5. Evidence: Week 6 lab touches this; no dedicated exercise yet..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Lyceum from saved data; editable; no AI-written text.  6 / 17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 considered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3429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course unchanged this term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refresh within existing hours (recommended)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 a formal revision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Lyceum from saved data; editable; no AI-written text.  7 / 17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3429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convenience sample chosen by the lecturer; shares and intervals describe the recorded set, not the labour market.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stages are reviewed judgement, not mastery.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learning impact is estimated. Nothing in this brief changes the course by itself.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Lyceum from saved data; editable; no AI-written text.  8 / 17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Receipt: Data Analyst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3429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Stripe. Published 2023-11-01. Recorded 2026-07-01T10:00:00Z from Saved sample: real postings from the stripe Greenhouse board, retrieved 2026-10-09 and truncated for the demo.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Link: https://stripe.com/jobs/search?gh_jid=5416444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"- Proficiency in SQL" (SQL, unclear)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"You'll build metrics, scalable data pipelines, dashboards, and reports to inform and run the business." (dashboards, unclear)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"- Ability to design, implement, and maintain data pipelines and dashboards to generate actionable insights based on stakeholder requirements" (stakeholders, unclear)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Lyceum from saved data; editable; no AI-written text.  9 / 17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Receipt: Data Analyst, Global Growth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3429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Stripe. Published 2026-09-25. Recorded 2026-07-01T10:00:00Z from Saved sample: real postings from the stripe Greenhouse board, retrieved 2026-10-09 and truncated for the demo.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Link: https://stripe.com/jobs/search?gh_jid=8230296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"From building scalable dashboards to crafting compelling data narratives, your insights will directly shape how we run and grow the business." (dashboards, unclear)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"- Build and maintain the metric definitions, metadata, and business context that enable AI agents to help stakeholders explore trusted data and answer business questions independently" (stakeholders, unclear)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"We're looking for a data analyst with a passion for analyzing data, statistical models, and running experiments to drive impact." (statistics, unclear)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Lyceum from saved data; editable; no AI-written text.  10 / 17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Receipt: Data Analyst, Intern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3429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Stripe. Published 2026-10-01. Recorded 2026-07-01T10:00:00Z from Saved sample: real postings from the stripe Greenhouse board, retrieved 2026-10-09 and truncated for the demo.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Link: https://stripe.com/jobs/search?gh_jid=8194291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"You'll build metrics, scalable data pipelines, dashboards, and reports to inform and run the business." (dashboards, unclear)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Lyceum from saved data; editable; no AI-written text.  11 / 17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Receipt: Data Analyst, NYC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3429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Stripe. Published 2026-09-10. Recorded 2026-07-01T10:00:00Z from Saved sample: real postings from the stripe Greenhouse board, retrieved 2026-10-09 and truncated for the demo.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Link: https://stripe.com/jobs/search?gh_jid=8189909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"- Proficiency in SQL, including complex query optimization and data modeling" (SQL, unclear)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"- Proficiency in Scala or Python for data pipeline development, not just scripting and SQL" (Python, unclear)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"- Develop dashboards, automated reporting, and thoughtful analyses to surface actionable insights and proactively identify business opportunities" (dashboards, unclear)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"- Build and maintain the metric definitions, metadata, and business context that enable AI agents to help stakeholders explore trusted data and answer business questions independently" (stakeholders, unclear)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Lyceum from saved data; editable; no AI-written text.  12 / 17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Receipt: Data Analyst, Payments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3429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Stripe. Published 2026-07-13. Recorded 2026-07-01T10:00:00Z from Saved sample: real postings from the stripe Greenhouse board, retrieved 2026-10-09 and truncated for the demo.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Link: https://stripe.com/jobs/search?gh_jid=8044924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"• Create fee explainability to internal and external stakeholders and host education sessions for internal teams to scale knowledge" (stakeholders, unclear)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Lyceum from saved data; editable; no AI-written text.  13 / 17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Receipt: Data Science Manager, Finance and Strategy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3429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Stripe. Published 2026-04-22. Recorded 2026-07-01T10:00:00Z from Saved sample: real postings from the stripe Greenhouse board, retrieved 2026-10-09 and truncated for the demo.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Link: https://stripe.com/jobs/search?gh_jid=7440963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team owns everything from hierarchical time series and agentic forecasting tools that predict payment volumes and revenue margins, to the governed metrics platform that feeds company-wide dashboards and executive reporting." (dashboards, unclear)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partner closely with Finance and Strategy, GTM, and Product stakeholders to directly inform financial decisions across Stripe's entire business." (stakeholders, unclear)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"- A PhD, MS, or BS in a quantitative field (e.g., Statistics, Operations Research, Economics, Computer Science, Engineering)" (statistics, unclear)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Lyceum from saved data; editable; no AI-written text.  14 / 17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Receipt: Data Science Manager, Risk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3429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Stripe. Published 2026-05-14. Recorded 2026-07-01T10:00:00Z from Saved sample: real postings from the stripe Greenhouse board, retrieved 2026-10-09 and truncated for the demo.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Link: https://stripe.com/jobs/search?gh_jid=7923653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"• Own roadmap prioritization, execution quality, and stakeholder alignment for both workstreams." (stakeholders, unclear)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Lyceum from saved data; editable; no AI-written text.  15 / 17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Receipt: Data Scientist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3429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Stripe. Published 2026-09-22. Recorded 2026-07-01T10:00:00Z from Saved sample: real postings from the stripe Greenhouse board, retrieved 2026-10-09 and truncated for the demo.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Link: https://stripe.com/jobs/search?gh_jid=8222149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"- SQL;" (SQL, unclear)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"- Programming languages including Python or R;" (Python, unclear)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"Master’s degree or foreign equivalent in Statistics, Data Analytics, Engineering or a related field, plus 5 years of related work experience in data science or quantitative modeling." (statistics, unclear)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Lyceum from saved data; editable; no AI-written text.  16 / 17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Receipt: Data Scientist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3429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Stripe. Published 2024-04-30. Recorded 2026-07-01T10:00:00Z from Saved sample: real postings from the stripe Greenhouse board, retrieved 2026-10-09 and truncated for the demo.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Link: https://stripe.com/jobs/search?gh_jid=5895430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"- Proficiency in SQL and a computing language such as Python or R" (SQL, unclear)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"- Proficiency in SQL and a computing language such as Python or R" (Python, unclear)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"We're looking for data scientists with a passion for analyzing data, building machine learning and statistical models, and running experiments to drive impact." (statistics, unclear)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6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Lyceum from saved data; editable; no AI-written text.  17 / 17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CS310 evidence brief</dc:title>
  <dc:subject>PptxGenJS Presentation</dc:subject>
  <dc:creator>Dr Sobri</dc:creator>
  <cp:lastModifiedBy>Dr Sobri</cp:lastModifiedBy>
  <cp:revision>1</cp:revision>
  <dcterms:created xsi:type="dcterms:W3CDTF">2026-10-21T23:16:08Z</dcterms:created>
  <dcterms:modified xsi:type="dcterms:W3CDTF">2026-10-21T23:16:08Z</dcterms:modified>
</cp:coreProperties>
</file>