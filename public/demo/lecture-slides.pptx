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>
            <a:spLocks noGrp="1"/>
          </p:cNvSpPr>
          <p:nvPr/>
        </p:nvSpPr>
        <p:spPr>
          <a:xfrm>
            <a:off x="457200" y="457200"/>
            <a:ext cx="8229600" cy="5715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CS220 Applied Machine Learning</a:t>
            </a:r>
          </a:p>
          <a:p>
            <a:r>
              <a:rPr lang="en-US"/>
              <a:t>Week 7: Model evaluation</a:t>
            </a:r>
          </a:p>
          <a:p>
            <a:r>
              <a:rPr lang="en-US"/>
              <a:t>Semester 1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>
            <a:spLocks noGrp="1"/>
          </p:cNvSpPr>
          <p:nvPr/>
        </p:nvSpPr>
        <p:spPr>
          <a:xfrm>
            <a:off x="457200" y="457200"/>
            <a:ext cx="8229600" cy="5715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Why evaluation matters</a:t>
            </a:r>
          </a:p>
          <a:p>
            <a:r>
              <a:rPr lang="en-US"/>
              <a:t>A model that memorises is not a model that learns</a:t>
            </a:r>
          </a:p>
          <a:p>
            <a:r>
              <a:rPr lang="en-US"/>
              <a:t>Train, validate, test: three different questions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>
            <a:spLocks noGrp="1"/>
          </p:cNvSpPr>
          <p:nvPr/>
        </p:nvSpPr>
        <p:spPr>
          <a:xfrm>
            <a:off x="457200" y="457200"/>
            <a:ext cx="8229600" cy="5715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Cross-validation</a:t>
            </a:r>
          </a:p>
          <a:p>
            <a:r>
              <a:rPr lang="en-US"/>
              <a:t>K-fold: every observation gets a turn as the judge</a:t>
            </a:r>
          </a:p>
          <a:p>
            <a:r>
              <a:rPr lang="en-US"/>
              <a:t>Variance of the estimate falls as folds rise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>
            <a:spLocks noGrp="1"/>
          </p:cNvSpPr>
          <p:nvPr/>
        </p:nvSpPr>
        <p:spPr>
          <a:xfrm>
            <a:off x="457200" y="457200"/>
            <a:ext cx="8229600" cy="5715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Bias and variance</a:t>
            </a:r>
          </a:p>
          <a:p>
            <a:r>
              <a:rPr lang="en-US"/>
              <a:t>Underfit: wrong on average</a:t>
            </a:r>
          </a:p>
          <a:p>
            <a:r>
              <a:rPr lang="en-US"/>
              <a:t>Overfit: right on average, wrong in practice</a:t>
            </a:r>
          </a:p>
          <a:p>
            <a:r>
              <a:rPr lang="en-US"/>
              <a:t>Regularisation trades one for the other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>
            <a:spLocks noGrp="1"/>
          </p:cNvSpPr>
          <p:nvPr/>
        </p:nvSpPr>
        <p:spPr>
          <a:xfrm>
            <a:off x="457200" y="457200"/>
            <a:ext cx="8229600" cy="5715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week's lab</a:t>
            </a:r>
          </a:p>
          <a:p>
            <a:r>
              <a:rPr lang="en-US"/>
              <a:t>Evaluate three classifiers on the shared dataset</a:t>
            </a:r>
          </a:p>
          <a:p>
            <a:r>
              <a:rPr lang="en-US"/>
              <a:t>Report accuracy with confidence intervals</a:t>
            </a:r>
          </a:p>
          <a:p>
            <a:r>
              <a:rPr lang="en-US"/>
              <a:t>Maps to CLO4: machine learning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in">
  <a:themeElements>
    <a:clrScheme name="Mi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